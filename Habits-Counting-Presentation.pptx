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✅  Suivi des habitudes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D7D5F7"/>
                </a:solidFill>
                <a:latin typeface="Calibri"/>
              </a:rPr>
              <a:t>Noter chaque jour ses actions, mesurer sa régularité chaque mois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Application web  ·  Node.js + Express + SQLite  ·  Docker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7C4F5"/>
                </a:solidFill>
                <a:latin typeface="Calibri"/>
              </a:rPr>
              <a:t>Présentation du projet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LE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Le besoin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333"/>
                </a:solidFill>
                <a:latin typeface="Calibri"/>
              </a:rPr>
              <a:t>Garder une trace de ses bonnes habitudes au quotidien est difficile : on oublie, et on perd la vision d'ensemble sur la durée.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566160" cy="1097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Noter simplement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Cocher en un clic les actions réalisées chaque jour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56616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Suivre dans le temps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Naviguer entre les jours, ne rien perdre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06324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Récapituler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Voir chaque mois sa régularité, habitude par habitude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 solution : une appli en 3 onglets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064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64592" cy="1325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📅  Jour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La liste de tes habitudes du jour. Un clic = coché / décoché. Boutons précédent / suivant et « Aujourd'hui 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11064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64592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📊  Récap mensuel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Total d'actions cochées, régularité moyenne, et une barre de progression par habitude (X jours / mois + 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11064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64592" cy="1325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12E81"/>
                </a:solidFill>
                <a:latin typeface="Calibri"/>
              </a:rPr>
              <a:t>⚙️  Mes habitudes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Créer, renommer, choisir une couleur et supprimer ses habitudes.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CE QUE ÇA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Fonctionnalités clés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2199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Gestion complète des habitudes (CRUD)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22199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99339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Couleur personnalisée par habitude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7355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04495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Cochage quotidien instantané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327355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04495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Navigation jour par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2511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9651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Récapitulatif mensuel chiffré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32511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09651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Taux de régularité par habitude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7492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37667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14807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Données persistées (base SQLite)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5376672"/>
            <a:ext cx="256032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148072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Interface responsive, sans dépendance lourde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COMMENT C'EST CONSTRUIT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6616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HTML / CSS / JS purs
Servis en statique
Aucun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56616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Node.js + Express
API REST JSON
Validation des entrées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356616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260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SQLite (better-sqlite3)
Tables habits &amp; logs
Fichier persistant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14800" y="3154680"/>
            <a:ext cx="41148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9560" y="3154680"/>
            <a:ext cx="41148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Le navigateur appelle l'API REST  →  Express lit / écrit dans SQLite  →  réponse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LE CŒUR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API REST &amp; modèle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6751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Points d'entrée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6217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GET    /api/habits            liste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POST   /api/habits            créer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PUT    /api/habits/:id        modifier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DELETE /api/habits/:id        supprimer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GET    /api/logs?date=…       cochés du jour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POST   /api/logs/toggle       cocher/décocher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333"/>
                </a:solidFill>
                <a:latin typeface="Consolas"/>
              </a:rPr>
              <a:t>GET    /api/summary?month=…   récap mensuel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4206240" cy="429768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Modèle de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60320"/>
            <a:ext cx="36576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C4F5"/>
                </a:solidFill>
                <a:latin typeface="Calibri"/>
              </a:rPr>
              <a:t>habits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id · name · color · sort_order · archived · created_at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C7C4F5"/>
                </a:solidFill>
                <a:latin typeface="Calibri"/>
              </a:rPr>
              <a:t>logs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id · habit_id · date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C4F5"/>
                </a:solidFill>
                <a:latin typeface="Calibri"/>
              </a:rPr>
              <a:t>1 ligne = 1 habitude cochée ce jour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7C4F5"/>
                </a:solidFill>
                <a:latin typeface="Calibri"/>
              </a:rPr>
              <a:t>Contrainte unique (habit_id, 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MISE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Déploiement avec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Conteneurisation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Dockerfile multi-stage : build des modules natifs puis image runtime légère (slim).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Exécution en utilisateur non-root.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docker-compose avec volume : la base SQLite survit aux redémarrages.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.dockerignore pour une image propre.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03520" cy="4023360"/>
          </a:xfrm>
          <a:prstGeom prst="rect">
            <a:avLst/>
          </a:prstGeom>
          <a:solidFill>
            <a:srgbClr val="1F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CF0C0"/>
                </a:solidFill>
                <a:latin typeface="Calibri"/>
              </a:rPr>
              <a:t>Démarrage en une commande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CF0C0"/>
                </a:solidFill>
                <a:latin typeface="Consolas"/>
              </a:rPr>
              <a:t>$ docker compose up --build</a:t>
            </a:r>
          </a:p>
          <a:p>
            <a:r>
              <a:rPr sz="14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FFFFFF"/>
                </a:solidFill>
                <a:latin typeface="Consolas"/>
              </a:rPr>
              <a:t>→ http://localhost:3000</a:t>
            </a:r>
          </a:p>
          <a:p>
            <a:r>
              <a:rPr sz="14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FFFFFF"/>
                </a:solidFill>
                <a:latin typeface="Consolas"/>
              </a:rPr>
              <a:t># ou en local</a:t>
            </a:r>
          </a:p>
          <a:p>
            <a:r>
              <a:rPr sz="1400">
                <a:solidFill>
                  <a:srgbClr val="9CF0C0"/>
                </a:solidFill>
                <a:latin typeface="Consolas"/>
              </a:rPr>
              <a:t>$ npm install</a:t>
            </a:r>
          </a:p>
          <a:p>
            <a:r>
              <a:rPr sz="1400">
                <a:solidFill>
                  <a:srgbClr val="9CF0C0"/>
                </a:solidFill>
                <a:latin typeface="Consolas"/>
              </a:rPr>
              <a:t>$ npm 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0000"/>
          </a:xfrm>
          <a:prstGeom prst="rect">
            <a:avLst/>
          </a:prstGeom>
          <a:solidFill>
            <a:srgbClr val="373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C4F5"/>
                </a:solidFill>
                <a:latin typeface="Calibri"/>
              </a:rPr>
              <a:t>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Évolutions possibles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37160" cy="1188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Séries (streaks)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Récompenser les jours consécutifs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137160" cy="1188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Objectifs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Cible hebdo / mensuelle par habitude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37160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0215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Export CSV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Récupérer ses données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137160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0215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Statistiques annuelles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Vue d'ensemble sur 12 mois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37160" cy="1188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194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Multi-utilisateurs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Comptes &amp; authentification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54880"/>
            <a:ext cx="53949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754880"/>
            <a:ext cx="137160" cy="1188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91947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12E81"/>
                </a:solidFill>
                <a:latin typeface="Calibri"/>
              </a:rPr>
              <a:t>CI/CD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Build automatique de l'image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D7D5F7"/>
                </a:solidFill>
                <a:latin typeface="Calibri"/>
              </a:rPr>
              <a:t>Un suivi simple, des habitudes durables.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Code : github.com/jeromemathieu/habitscounting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